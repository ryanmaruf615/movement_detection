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2C114-1784-4004-B143-2FD00E198627}" v="54" dt="2026-03-13T19:33:02.5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ny, Mousumi Parvin" userId="f90c479e-3223-48e9-8b54-441dfefb6ff3" providerId="ADAL" clId="{EF4C0913-5F3D-4516-B473-F00362566B47}"/>
    <pc:docChg chg="undo custSel addSld delSld modSld">
      <pc:chgData name="Tonny, Mousumi Parvin" userId="f90c479e-3223-48e9-8b54-441dfefb6ff3" providerId="ADAL" clId="{EF4C0913-5F3D-4516-B473-F00362566B47}" dt="2026-03-13T19:34:01.559" v="282" actId="20577"/>
      <pc:docMkLst>
        <pc:docMk/>
      </pc:docMkLst>
      <pc:sldChg chg="addSp modSp mod">
        <pc:chgData name="Tonny, Mousumi Parvin" userId="f90c479e-3223-48e9-8b54-441dfefb6ff3" providerId="ADAL" clId="{EF4C0913-5F3D-4516-B473-F00362566B47}" dt="2026-03-13T18:55:20.974" v="54" actId="113"/>
        <pc:sldMkLst>
          <pc:docMk/>
          <pc:sldMk cId="2902794312" sldId="257"/>
        </pc:sldMkLst>
        <pc:spChg chg="add mod">
          <ac:chgData name="Tonny, Mousumi Parvin" userId="f90c479e-3223-48e9-8b54-441dfefb6ff3" providerId="ADAL" clId="{EF4C0913-5F3D-4516-B473-F00362566B47}" dt="2026-03-13T18:51:24.818" v="29" actId="1076"/>
          <ac:spMkLst>
            <pc:docMk/>
            <pc:sldMk cId="2902794312" sldId="257"/>
            <ac:spMk id="11" creationId="{9CD9CC7C-EE53-4651-0005-42FA4F30F847}"/>
          </ac:spMkLst>
        </pc:spChg>
        <pc:spChg chg="add mod">
          <ac:chgData name="Tonny, Mousumi Parvin" userId="f90c479e-3223-48e9-8b54-441dfefb6ff3" providerId="ADAL" clId="{EF4C0913-5F3D-4516-B473-F00362566B47}" dt="2026-03-13T18:55:12.357" v="51" actId="1076"/>
          <ac:spMkLst>
            <pc:docMk/>
            <pc:sldMk cId="2902794312" sldId="257"/>
            <ac:spMk id="12" creationId="{3BA38F27-CF6A-17BC-67E9-507344B1C91A}"/>
          </ac:spMkLst>
        </pc:spChg>
        <pc:spChg chg="add mod">
          <ac:chgData name="Tonny, Mousumi Parvin" userId="f90c479e-3223-48e9-8b54-441dfefb6ff3" providerId="ADAL" clId="{EF4C0913-5F3D-4516-B473-F00362566B47}" dt="2026-03-13T18:55:20.974" v="54" actId="113"/>
          <ac:spMkLst>
            <pc:docMk/>
            <pc:sldMk cId="2902794312" sldId="257"/>
            <ac:spMk id="13" creationId="{0409D3DB-F351-1D44-5E36-A7BFE0FA64E5}"/>
          </ac:spMkLst>
        </pc:spChg>
      </pc:sldChg>
      <pc:sldChg chg="modSp mod">
        <pc:chgData name="Tonny, Mousumi Parvin" userId="f90c479e-3223-48e9-8b54-441dfefb6ff3" providerId="ADAL" clId="{EF4C0913-5F3D-4516-B473-F00362566B47}" dt="2026-03-13T19:12:17.530" v="148" actId="255"/>
        <pc:sldMkLst>
          <pc:docMk/>
          <pc:sldMk cId="3733486012" sldId="258"/>
        </pc:sldMkLst>
        <pc:spChg chg="mod">
          <ac:chgData name="Tonny, Mousumi Parvin" userId="f90c479e-3223-48e9-8b54-441dfefb6ff3" providerId="ADAL" clId="{EF4C0913-5F3D-4516-B473-F00362566B47}" dt="2026-03-13T19:12:17.530" v="148" actId="255"/>
          <ac:spMkLst>
            <pc:docMk/>
            <pc:sldMk cId="3733486012" sldId="258"/>
            <ac:spMk id="7" creationId="{7875C19A-1AAE-476A-A316-A2CF92D763D3}"/>
          </ac:spMkLst>
        </pc:spChg>
        <pc:spChg chg="mod">
          <ac:chgData name="Tonny, Mousumi Parvin" userId="f90c479e-3223-48e9-8b54-441dfefb6ff3" providerId="ADAL" clId="{EF4C0913-5F3D-4516-B473-F00362566B47}" dt="2026-03-13T19:05:24.450" v="96" actId="1076"/>
          <ac:spMkLst>
            <pc:docMk/>
            <pc:sldMk cId="3733486012" sldId="258"/>
            <ac:spMk id="10" creationId="{EF2BC084-E6DB-4DE7-B309-042A85EBA700}"/>
          </ac:spMkLst>
        </pc:spChg>
      </pc:sldChg>
      <pc:sldChg chg="modSp mod">
        <pc:chgData name="Tonny, Mousumi Parvin" userId="f90c479e-3223-48e9-8b54-441dfefb6ff3" providerId="ADAL" clId="{EF4C0913-5F3D-4516-B473-F00362566B47}" dt="2026-03-13T19:05:45.323" v="98" actId="1076"/>
        <pc:sldMkLst>
          <pc:docMk/>
          <pc:sldMk cId="709828751" sldId="260"/>
        </pc:sldMkLst>
        <pc:spChg chg="mod">
          <ac:chgData name="Tonny, Mousumi Parvin" userId="f90c479e-3223-48e9-8b54-441dfefb6ff3" providerId="ADAL" clId="{EF4C0913-5F3D-4516-B473-F00362566B47}" dt="2026-03-13T19:03:50.362" v="88" actId="1076"/>
          <ac:spMkLst>
            <pc:docMk/>
            <pc:sldMk cId="709828751" sldId="260"/>
            <ac:spMk id="4" creationId="{BD179B88-D43C-4A31-9A52-3498E9430782}"/>
          </ac:spMkLst>
        </pc:spChg>
        <pc:spChg chg="mod">
          <ac:chgData name="Tonny, Mousumi Parvin" userId="f90c479e-3223-48e9-8b54-441dfefb6ff3" providerId="ADAL" clId="{EF4C0913-5F3D-4516-B473-F00362566B47}" dt="2026-03-13T19:05:45.323" v="98" actId="1076"/>
          <ac:spMkLst>
            <pc:docMk/>
            <pc:sldMk cId="709828751" sldId="260"/>
            <ac:spMk id="5" creationId="{DCDDBE65-9AB1-4989-AF86-726591A6A128}"/>
          </ac:spMkLst>
        </pc:spChg>
      </pc:sldChg>
      <pc:sldChg chg="addSp delSp modSp mod">
        <pc:chgData name="Tonny, Mousumi Parvin" userId="f90c479e-3223-48e9-8b54-441dfefb6ff3" providerId="ADAL" clId="{EF4C0913-5F3D-4516-B473-F00362566B47}" dt="2026-03-13T19:12:35.727" v="150" actId="255"/>
        <pc:sldMkLst>
          <pc:docMk/>
          <pc:sldMk cId="3607270498" sldId="261"/>
        </pc:sldMkLst>
        <pc:spChg chg="mod">
          <ac:chgData name="Tonny, Mousumi Parvin" userId="f90c479e-3223-48e9-8b54-441dfefb6ff3" providerId="ADAL" clId="{EF4C0913-5F3D-4516-B473-F00362566B47}" dt="2026-03-13T19:08:01.114" v="113" actId="1076"/>
          <ac:spMkLst>
            <pc:docMk/>
            <pc:sldMk cId="3607270498" sldId="261"/>
            <ac:spMk id="4" creationId="{315E3981-F0D7-482C-A8E0-6A57700BECA7}"/>
          </ac:spMkLst>
        </pc:spChg>
        <pc:spChg chg="del">
          <ac:chgData name="Tonny, Mousumi Parvin" userId="f90c479e-3223-48e9-8b54-441dfefb6ff3" providerId="ADAL" clId="{EF4C0913-5F3D-4516-B473-F00362566B47}" dt="2026-03-13T19:07:47.609" v="109" actId="478"/>
          <ac:spMkLst>
            <pc:docMk/>
            <pc:sldMk cId="3607270498" sldId="261"/>
            <ac:spMk id="5" creationId="{E0C87788-476B-4620-8002-A5C1177AD6C1}"/>
          </ac:spMkLst>
        </pc:spChg>
        <pc:spChg chg="del">
          <ac:chgData name="Tonny, Mousumi Parvin" userId="f90c479e-3223-48e9-8b54-441dfefb6ff3" providerId="ADAL" clId="{EF4C0913-5F3D-4516-B473-F00362566B47}" dt="2026-03-13T19:07:53.515" v="111" actId="478"/>
          <ac:spMkLst>
            <pc:docMk/>
            <pc:sldMk cId="3607270498" sldId="261"/>
            <ac:spMk id="6" creationId="{000A9570-5EF6-4AFB-9FCA-7C8998E3FEB1}"/>
          </ac:spMkLst>
        </pc:spChg>
        <pc:spChg chg="del">
          <ac:chgData name="Tonny, Mousumi Parvin" userId="f90c479e-3223-48e9-8b54-441dfefb6ff3" providerId="ADAL" clId="{EF4C0913-5F3D-4516-B473-F00362566B47}" dt="2026-03-13T19:07:42.006" v="107" actId="478"/>
          <ac:spMkLst>
            <pc:docMk/>
            <pc:sldMk cId="3607270498" sldId="261"/>
            <ac:spMk id="7" creationId="{B74126B4-1E6C-4FFF-9282-40E18A85A07F}"/>
          </ac:spMkLst>
        </pc:spChg>
        <pc:spChg chg="mod">
          <ac:chgData name="Tonny, Mousumi Parvin" userId="f90c479e-3223-48e9-8b54-441dfefb6ff3" providerId="ADAL" clId="{EF4C0913-5F3D-4516-B473-F00362566B47}" dt="2026-03-13T19:12:35.727" v="150" actId="255"/>
          <ac:spMkLst>
            <pc:docMk/>
            <pc:sldMk cId="3607270498" sldId="261"/>
            <ac:spMk id="8" creationId="{47DC4E62-1A34-4F98-A451-214F1808519C}"/>
          </ac:spMkLst>
        </pc:spChg>
        <pc:spChg chg="add del mod">
          <ac:chgData name="Tonny, Mousumi Parvin" userId="f90c479e-3223-48e9-8b54-441dfefb6ff3" providerId="ADAL" clId="{EF4C0913-5F3D-4516-B473-F00362566B47}" dt="2026-03-13T19:07:44.550" v="108" actId="478"/>
          <ac:spMkLst>
            <pc:docMk/>
            <pc:sldMk cId="3607270498" sldId="261"/>
            <ac:spMk id="9" creationId="{E1ED4075-6399-3483-B36C-B056A26EF710}"/>
          </ac:spMkLst>
        </pc:spChg>
        <pc:spChg chg="add del mod">
          <ac:chgData name="Tonny, Mousumi Parvin" userId="f90c479e-3223-48e9-8b54-441dfefb6ff3" providerId="ADAL" clId="{EF4C0913-5F3D-4516-B473-F00362566B47}" dt="2026-03-13T19:07:50.104" v="110" actId="478"/>
          <ac:spMkLst>
            <pc:docMk/>
            <pc:sldMk cId="3607270498" sldId="261"/>
            <ac:spMk id="11" creationId="{EF70D26B-8F9E-6CD6-FD25-60D747EE09CD}"/>
          </ac:spMkLst>
        </pc:spChg>
        <pc:spChg chg="add del mod">
          <ac:chgData name="Tonny, Mousumi Parvin" userId="f90c479e-3223-48e9-8b54-441dfefb6ff3" providerId="ADAL" clId="{EF4C0913-5F3D-4516-B473-F00362566B47}" dt="2026-03-13T19:07:55.179" v="112" actId="478"/>
          <ac:spMkLst>
            <pc:docMk/>
            <pc:sldMk cId="3607270498" sldId="261"/>
            <ac:spMk id="13" creationId="{248FCB90-189A-BF61-1C1C-0A49492BD109}"/>
          </ac:spMkLst>
        </pc:spChg>
      </pc:sldChg>
      <pc:sldChg chg="addSp delSp modSp del mod">
        <pc:chgData name="Tonny, Mousumi Parvin" userId="f90c479e-3223-48e9-8b54-441dfefb6ff3" providerId="ADAL" clId="{EF4C0913-5F3D-4516-B473-F00362566B47}" dt="2026-03-13T19:09:28.298" v="128" actId="2696"/>
        <pc:sldMkLst>
          <pc:docMk/>
          <pc:sldMk cId="3892131414" sldId="262"/>
        </pc:sldMkLst>
        <pc:spChg chg="mod">
          <ac:chgData name="Tonny, Mousumi Parvin" userId="f90c479e-3223-48e9-8b54-441dfefb6ff3" providerId="ADAL" clId="{EF4C0913-5F3D-4516-B473-F00362566B47}" dt="2026-03-13T19:08:43.494" v="118" actId="115"/>
          <ac:spMkLst>
            <pc:docMk/>
            <pc:sldMk cId="3892131414" sldId="262"/>
            <ac:spMk id="4" creationId="{315E3981-F0D7-482C-A8E0-6A57700BECA7}"/>
          </ac:spMkLst>
        </pc:spChg>
        <pc:spChg chg="add del mod">
          <ac:chgData name="Tonny, Mousumi Parvin" userId="f90c479e-3223-48e9-8b54-441dfefb6ff3" providerId="ADAL" clId="{EF4C0913-5F3D-4516-B473-F00362566B47}" dt="2026-03-13T19:08:48.065" v="120" actId="478"/>
          <ac:spMkLst>
            <pc:docMk/>
            <pc:sldMk cId="3892131414" sldId="262"/>
            <ac:spMk id="5" creationId="{A38F7726-F15B-53E9-8A22-A7916446A0C9}"/>
          </ac:spMkLst>
        </pc:spChg>
        <pc:spChg chg="add del mod">
          <ac:chgData name="Tonny, Mousumi Parvin" userId="f90c479e-3223-48e9-8b54-441dfefb6ff3" providerId="ADAL" clId="{EF4C0913-5F3D-4516-B473-F00362566B47}" dt="2026-03-13T19:08:57.508" v="122" actId="478"/>
          <ac:spMkLst>
            <pc:docMk/>
            <pc:sldMk cId="3892131414" sldId="262"/>
            <ac:spMk id="7" creationId="{730345D9-517F-CD03-A16E-FFE3E4AFE4BC}"/>
          </ac:spMkLst>
        </pc:spChg>
        <pc:spChg chg="add del mod">
          <ac:chgData name="Tonny, Mousumi Parvin" userId="f90c479e-3223-48e9-8b54-441dfefb6ff3" providerId="ADAL" clId="{EF4C0913-5F3D-4516-B473-F00362566B47}" dt="2026-03-13T19:08:57.508" v="122" actId="478"/>
          <ac:spMkLst>
            <pc:docMk/>
            <pc:sldMk cId="3892131414" sldId="262"/>
            <ac:spMk id="9" creationId="{F1C64556-2684-5269-20D7-07DAE49E5392}"/>
          </ac:spMkLst>
        </pc:spChg>
        <pc:spChg chg="add del mod">
          <ac:chgData name="Tonny, Mousumi Parvin" userId="f90c479e-3223-48e9-8b54-441dfefb6ff3" providerId="ADAL" clId="{EF4C0913-5F3D-4516-B473-F00362566B47}" dt="2026-03-13T19:08:57.508" v="122" actId="478"/>
          <ac:spMkLst>
            <pc:docMk/>
            <pc:sldMk cId="3892131414" sldId="262"/>
            <ac:spMk id="11" creationId="{DC10F71B-D9FA-99F6-7A5A-1AFCBFB76C4D}"/>
          </ac:spMkLst>
        </pc:spChg>
        <pc:spChg chg="add del mod">
          <ac:chgData name="Tonny, Mousumi Parvin" userId="f90c479e-3223-48e9-8b54-441dfefb6ff3" providerId="ADAL" clId="{EF4C0913-5F3D-4516-B473-F00362566B47}" dt="2026-03-13T19:08:59.953" v="123" actId="478"/>
          <ac:spMkLst>
            <pc:docMk/>
            <pc:sldMk cId="3892131414" sldId="262"/>
            <ac:spMk id="13" creationId="{C757C7AF-98F2-BE8B-1F7D-EE2C55C0E85A}"/>
          </ac:spMkLst>
        </pc:spChg>
        <pc:spChg chg="add del mod">
          <ac:chgData name="Tonny, Mousumi Parvin" userId="f90c479e-3223-48e9-8b54-441dfefb6ff3" providerId="ADAL" clId="{EF4C0913-5F3D-4516-B473-F00362566B47}" dt="2026-03-13T19:09:12.265" v="126" actId="478"/>
          <ac:spMkLst>
            <pc:docMk/>
            <pc:sldMk cId="3892131414" sldId="262"/>
            <ac:spMk id="15" creationId="{D4A49C1B-0E8B-114B-C7B5-7B9DD77F9955}"/>
          </ac:spMkLst>
        </pc:spChg>
        <pc:spChg chg="del mod">
          <ac:chgData name="Tonny, Mousumi Parvin" userId="f90c479e-3223-48e9-8b54-441dfefb6ff3" providerId="ADAL" clId="{EF4C0913-5F3D-4516-B473-F00362566B47}" dt="2026-03-13T19:09:09.515" v="125" actId="478"/>
          <ac:spMkLst>
            <pc:docMk/>
            <pc:sldMk cId="3892131414" sldId="262"/>
            <ac:spMk id="23" creationId="{8D05A34F-7712-46DB-AB5B-272E294B62EE}"/>
          </ac:spMkLst>
        </pc:spChg>
        <pc:picChg chg="del">
          <ac:chgData name="Tonny, Mousumi Parvin" userId="f90c479e-3223-48e9-8b54-441dfefb6ff3" providerId="ADAL" clId="{EF4C0913-5F3D-4516-B473-F00362566B47}" dt="2026-03-13T19:08:45.502" v="119" actId="478"/>
          <ac:picMkLst>
            <pc:docMk/>
            <pc:sldMk cId="3892131414" sldId="262"/>
            <ac:picMk id="25" creationId="{C03AAFA7-022A-47F8-9DA1-7DC3897D1E52}"/>
          </ac:picMkLst>
        </pc:picChg>
        <pc:picChg chg="del">
          <ac:chgData name="Tonny, Mousumi Parvin" userId="f90c479e-3223-48e9-8b54-441dfefb6ff3" providerId="ADAL" clId="{EF4C0913-5F3D-4516-B473-F00362566B47}" dt="2026-03-13T19:08:54.238" v="121" actId="478"/>
          <ac:picMkLst>
            <pc:docMk/>
            <pc:sldMk cId="3892131414" sldId="262"/>
            <ac:picMk id="27" creationId="{6F737161-FE67-434D-A781-59EDB9EDCB23}"/>
          </ac:picMkLst>
        </pc:picChg>
        <pc:picChg chg="del">
          <ac:chgData name="Tonny, Mousumi Parvin" userId="f90c479e-3223-48e9-8b54-441dfefb6ff3" providerId="ADAL" clId="{EF4C0913-5F3D-4516-B473-F00362566B47}" dt="2026-03-13T19:08:54.238" v="121" actId="478"/>
          <ac:picMkLst>
            <pc:docMk/>
            <pc:sldMk cId="3892131414" sldId="262"/>
            <ac:picMk id="29" creationId="{9E5BF01B-21D6-4D43-9CAE-0298685C1A7B}"/>
          </ac:picMkLst>
        </pc:picChg>
        <pc:picChg chg="del">
          <ac:chgData name="Tonny, Mousumi Parvin" userId="f90c479e-3223-48e9-8b54-441dfefb6ff3" providerId="ADAL" clId="{EF4C0913-5F3D-4516-B473-F00362566B47}" dt="2026-03-13T19:08:54.238" v="121" actId="478"/>
          <ac:picMkLst>
            <pc:docMk/>
            <pc:sldMk cId="3892131414" sldId="262"/>
            <ac:picMk id="31" creationId="{089E8AB6-C16E-4752-810F-8F98DB929DB5}"/>
          </ac:picMkLst>
        </pc:picChg>
        <pc:picChg chg="del">
          <ac:chgData name="Tonny, Mousumi Parvin" userId="f90c479e-3223-48e9-8b54-441dfefb6ff3" providerId="ADAL" clId="{EF4C0913-5F3D-4516-B473-F00362566B47}" dt="2026-03-13T19:08:54.238" v="121" actId="478"/>
          <ac:picMkLst>
            <pc:docMk/>
            <pc:sldMk cId="3892131414" sldId="262"/>
            <ac:picMk id="33" creationId="{CC9DBBE5-5AD0-41E8-A719-84509E5D9F9E}"/>
          </ac:picMkLst>
        </pc:picChg>
      </pc:sldChg>
      <pc:sldChg chg="del">
        <pc:chgData name="Tonny, Mousumi Parvin" userId="f90c479e-3223-48e9-8b54-441dfefb6ff3" providerId="ADAL" clId="{EF4C0913-5F3D-4516-B473-F00362566B47}" dt="2026-03-13T19:09:48.188" v="132" actId="2696"/>
        <pc:sldMkLst>
          <pc:docMk/>
          <pc:sldMk cId="663103393" sldId="264"/>
        </pc:sldMkLst>
      </pc:sldChg>
      <pc:sldChg chg="del">
        <pc:chgData name="Tonny, Mousumi Parvin" userId="f90c479e-3223-48e9-8b54-441dfefb6ff3" providerId="ADAL" clId="{EF4C0913-5F3D-4516-B473-F00362566B47}" dt="2026-03-13T19:09:52.361" v="133" actId="2696"/>
        <pc:sldMkLst>
          <pc:docMk/>
          <pc:sldMk cId="1065425595" sldId="266"/>
        </pc:sldMkLst>
      </pc:sldChg>
      <pc:sldChg chg="del">
        <pc:chgData name="Tonny, Mousumi Parvin" userId="f90c479e-3223-48e9-8b54-441dfefb6ff3" providerId="ADAL" clId="{EF4C0913-5F3D-4516-B473-F00362566B47}" dt="2026-03-13T19:27:45.575" v="240" actId="2696"/>
        <pc:sldMkLst>
          <pc:docMk/>
          <pc:sldMk cId="914134537" sldId="267"/>
        </pc:sldMkLst>
      </pc:sldChg>
      <pc:sldChg chg="del">
        <pc:chgData name="Tonny, Mousumi Parvin" userId="f90c479e-3223-48e9-8b54-441dfefb6ff3" providerId="ADAL" clId="{EF4C0913-5F3D-4516-B473-F00362566B47}" dt="2026-03-13T19:10:03.601" v="135" actId="2696"/>
        <pc:sldMkLst>
          <pc:docMk/>
          <pc:sldMk cId="44069682" sldId="268"/>
        </pc:sldMkLst>
      </pc:sldChg>
      <pc:sldChg chg="modSp mod">
        <pc:chgData name="Tonny, Mousumi Parvin" userId="f90c479e-3223-48e9-8b54-441dfefb6ff3" providerId="ADAL" clId="{EF4C0913-5F3D-4516-B473-F00362566B47}" dt="2026-03-13T19:34:01.559" v="282" actId="20577"/>
        <pc:sldMkLst>
          <pc:docMk/>
          <pc:sldMk cId="429771863" sldId="269"/>
        </pc:sldMkLst>
        <pc:spChg chg="mod">
          <ac:chgData name="Tonny, Mousumi Parvin" userId="f90c479e-3223-48e9-8b54-441dfefb6ff3" providerId="ADAL" clId="{EF4C0913-5F3D-4516-B473-F00362566B47}" dt="2026-03-13T19:34:01.559" v="282" actId="20577"/>
          <ac:spMkLst>
            <pc:docMk/>
            <pc:sldMk cId="429771863" sldId="269"/>
            <ac:spMk id="2" creationId="{632BE5BF-9922-45FB-8F3F-4446D40A051B}"/>
          </ac:spMkLst>
        </pc:spChg>
      </pc:sldChg>
      <pc:sldChg chg="del">
        <pc:chgData name="Tonny, Mousumi Parvin" userId="f90c479e-3223-48e9-8b54-441dfefb6ff3" providerId="ADAL" clId="{EF4C0913-5F3D-4516-B473-F00362566B47}" dt="2026-03-13T19:09:41.389" v="130" actId="2696"/>
        <pc:sldMkLst>
          <pc:docMk/>
          <pc:sldMk cId="451187730" sldId="283"/>
        </pc:sldMkLst>
      </pc:sldChg>
      <pc:sldChg chg="del">
        <pc:chgData name="Tonny, Mousumi Parvin" userId="f90c479e-3223-48e9-8b54-441dfefb6ff3" providerId="ADAL" clId="{EF4C0913-5F3D-4516-B473-F00362566B47}" dt="2026-03-13T19:09:55.460" v="134" actId="2696"/>
        <pc:sldMkLst>
          <pc:docMk/>
          <pc:sldMk cId="3322300142" sldId="284"/>
        </pc:sldMkLst>
      </pc:sldChg>
      <pc:sldChg chg="del">
        <pc:chgData name="Tonny, Mousumi Parvin" userId="f90c479e-3223-48e9-8b54-441dfefb6ff3" providerId="ADAL" clId="{EF4C0913-5F3D-4516-B473-F00362566B47}" dt="2026-03-13T19:10:10.295" v="136" actId="2696"/>
        <pc:sldMkLst>
          <pc:docMk/>
          <pc:sldMk cId="59582380" sldId="285"/>
        </pc:sldMkLst>
      </pc:sldChg>
      <pc:sldChg chg="modSp add mod">
        <pc:chgData name="Tonny, Mousumi Parvin" userId="f90c479e-3223-48e9-8b54-441dfefb6ff3" providerId="ADAL" clId="{EF4C0913-5F3D-4516-B473-F00362566B47}" dt="2026-03-13T19:12:50.017" v="152" actId="255"/>
        <pc:sldMkLst>
          <pc:docMk/>
          <pc:sldMk cId="3516869645" sldId="286"/>
        </pc:sldMkLst>
        <pc:spChg chg="mod">
          <ac:chgData name="Tonny, Mousumi Parvin" userId="f90c479e-3223-48e9-8b54-441dfefb6ff3" providerId="ADAL" clId="{EF4C0913-5F3D-4516-B473-F00362566B47}" dt="2026-03-13T19:10:46.750" v="140" actId="115"/>
          <ac:spMkLst>
            <pc:docMk/>
            <pc:sldMk cId="3516869645" sldId="286"/>
            <ac:spMk id="4" creationId="{B1216855-0374-BA7F-994F-E78CDC4ED74D}"/>
          </ac:spMkLst>
        </pc:spChg>
        <pc:spChg chg="mod">
          <ac:chgData name="Tonny, Mousumi Parvin" userId="f90c479e-3223-48e9-8b54-441dfefb6ff3" providerId="ADAL" clId="{EF4C0913-5F3D-4516-B473-F00362566B47}" dt="2026-03-13T19:12:50.017" v="152" actId="255"/>
          <ac:spMkLst>
            <pc:docMk/>
            <pc:sldMk cId="3516869645" sldId="286"/>
            <ac:spMk id="8" creationId="{B3C46AF3-D0EF-A487-ED36-152DD1ED907A}"/>
          </ac:spMkLst>
        </pc:spChg>
      </pc:sldChg>
      <pc:sldChg chg="addSp modSp add mod">
        <pc:chgData name="Tonny, Mousumi Parvin" userId="f90c479e-3223-48e9-8b54-441dfefb6ff3" providerId="ADAL" clId="{EF4C0913-5F3D-4516-B473-F00362566B47}" dt="2026-03-13T19:14:27.499" v="171" actId="1076"/>
        <pc:sldMkLst>
          <pc:docMk/>
          <pc:sldMk cId="1483103671" sldId="287"/>
        </pc:sldMkLst>
        <pc:spChg chg="add mod">
          <ac:chgData name="Tonny, Mousumi Parvin" userId="f90c479e-3223-48e9-8b54-441dfefb6ff3" providerId="ADAL" clId="{EF4C0913-5F3D-4516-B473-F00362566B47}" dt="2026-03-13T19:14:27.499" v="171" actId="1076"/>
          <ac:spMkLst>
            <pc:docMk/>
            <pc:sldMk cId="1483103671" sldId="287"/>
            <ac:spMk id="3" creationId="{2C739C5B-FAB3-CE9B-385B-EB1AB1473684}"/>
          </ac:spMkLst>
        </pc:spChg>
        <pc:spChg chg="mod">
          <ac:chgData name="Tonny, Mousumi Parvin" userId="f90c479e-3223-48e9-8b54-441dfefb6ff3" providerId="ADAL" clId="{EF4C0913-5F3D-4516-B473-F00362566B47}" dt="2026-03-13T19:13:27.619" v="156" actId="1076"/>
          <ac:spMkLst>
            <pc:docMk/>
            <pc:sldMk cId="1483103671" sldId="287"/>
            <ac:spMk id="4" creationId="{5185D41A-97C1-C711-207A-E186B9C5FC8C}"/>
          </ac:spMkLst>
        </pc:spChg>
        <pc:spChg chg="mod">
          <ac:chgData name="Tonny, Mousumi Parvin" userId="f90c479e-3223-48e9-8b54-441dfefb6ff3" providerId="ADAL" clId="{EF4C0913-5F3D-4516-B473-F00362566B47}" dt="2026-03-13T19:13:21.691" v="155" actId="1076"/>
          <ac:spMkLst>
            <pc:docMk/>
            <pc:sldMk cId="1483103671" sldId="287"/>
            <ac:spMk id="8" creationId="{94021602-89D3-9A26-C004-BECF1970B43A}"/>
          </ac:spMkLst>
        </pc:spChg>
      </pc:sldChg>
      <pc:sldChg chg="add del">
        <pc:chgData name="Tonny, Mousumi Parvin" userId="f90c479e-3223-48e9-8b54-441dfefb6ff3" providerId="ADAL" clId="{EF4C0913-5F3D-4516-B473-F00362566B47}" dt="2026-03-13T19:09:44.582" v="131" actId="2696"/>
        <pc:sldMkLst>
          <pc:docMk/>
          <pc:sldMk cId="3438326122" sldId="287"/>
        </pc:sldMkLst>
      </pc:sldChg>
      <pc:sldChg chg="delSp modSp add mod">
        <pc:chgData name="Tonny, Mousumi Parvin" userId="f90c479e-3223-48e9-8b54-441dfefb6ff3" providerId="ADAL" clId="{EF4C0913-5F3D-4516-B473-F00362566B47}" dt="2026-03-13T19:19:14.171" v="189" actId="14100"/>
        <pc:sldMkLst>
          <pc:docMk/>
          <pc:sldMk cId="2575398419" sldId="288"/>
        </pc:sldMkLst>
        <pc:spChg chg="del">
          <ac:chgData name="Tonny, Mousumi Parvin" userId="f90c479e-3223-48e9-8b54-441dfefb6ff3" providerId="ADAL" clId="{EF4C0913-5F3D-4516-B473-F00362566B47}" dt="2026-03-13T19:15:28.290" v="175" actId="478"/>
          <ac:spMkLst>
            <pc:docMk/>
            <pc:sldMk cId="2575398419" sldId="288"/>
            <ac:spMk id="3" creationId="{4709C99A-0CE9-20AD-7F38-45B28E3DD725}"/>
          </ac:spMkLst>
        </pc:spChg>
        <pc:spChg chg="mod">
          <ac:chgData name="Tonny, Mousumi Parvin" userId="f90c479e-3223-48e9-8b54-441dfefb6ff3" providerId="ADAL" clId="{EF4C0913-5F3D-4516-B473-F00362566B47}" dt="2026-03-13T19:15:05.059" v="173"/>
          <ac:spMkLst>
            <pc:docMk/>
            <pc:sldMk cId="2575398419" sldId="288"/>
            <ac:spMk id="4" creationId="{6E1E8D04-D103-FCDE-D0F0-B10B4524B5B9}"/>
          </ac:spMkLst>
        </pc:spChg>
        <pc:spChg chg="mod">
          <ac:chgData name="Tonny, Mousumi Parvin" userId="f90c479e-3223-48e9-8b54-441dfefb6ff3" providerId="ADAL" clId="{EF4C0913-5F3D-4516-B473-F00362566B47}" dt="2026-03-13T19:19:14.171" v="189" actId="14100"/>
          <ac:spMkLst>
            <pc:docMk/>
            <pc:sldMk cId="2575398419" sldId="288"/>
            <ac:spMk id="8" creationId="{8CFFAFDE-AA88-B485-198E-C1E4F846DF07}"/>
          </ac:spMkLst>
        </pc:spChg>
      </pc:sldChg>
      <pc:sldChg chg="modSp add mod">
        <pc:chgData name="Tonny, Mousumi Parvin" userId="f90c479e-3223-48e9-8b54-441dfefb6ff3" providerId="ADAL" clId="{EF4C0913-5F3D-4516-B473-F00362566B47}" dt="2026-03-13T19:19:00.715" v="187" actId="14100"/>
        <pc:sldMkLst>
          <pc:docMk/>
          <pc:sldMk cId="1165782657" sldId="289"/>
        </pc:sldMkLst>
        <pc:spChg chg="mod">
          <ac:chgData name="Tonny, Mousumi Parvin" userId="f90c479e-3223-48e9-8b54-441dfefb6ff3" providerId="ADAL" clId="{EF4C0913-5F3D-4516-B473-F00362566B47}" dt="2026-03-13T19:17:45.714" v="181"/>
          <ac:spMkLst>
            <pc:docMk/>
            <pc:sldMk cId="1165782657" sldId="289"/>
            <ac:spMk id="4" creationId="{59C738FA-2920-C664-A546-C6B0D2305B0D}"/>
          </ac:spMkLst>
        </pc:spChg>
        <pc:spChg chg="mod">
          <ac:chgData name="Tonny, Mousumi Parvin" userId="f90c479e-3223-48e9-8b54-441dfefb6ff3" providerId="ADAL" clId="{EF4C0913-5F3D-4516-B473-F00362566B47}" dt="2026-03-13T19:19:00.715" v="187" actId="14100"/>
          <ac:spMkLst>
            <pc:docMk/>
            <pc:sldMk cId="1165782657" sldId="289"/>
            <ac:spMk id="8" creationId="{29720476-6944-670E-107E-292E9CA2F491}"/>
          </ac:spMkLst>
        </pc:spChg>
      </pc:sldChg>
      <pc:sldChg chg="modSp add del">
        <pc:chgData name="Tonny, Mousumi Parvin" userId="f90c479e-3223-48e9-8b54-441dfefb6ff3" providerId="ADAL" clId="{EF4C0913-5F3D-4516-B473-F00362566B47}" dt="2026-03-13T19:16:31.245" v="179" actId="2696"/>
        <pc:sldMkLst>
          <pc:docMk/>
          <pc:sldMk cId="3124978180" sldId="289"/>
        </pc:sldMkLst>
        <pc:spChg chg="mod">
          <ac:chgData name="Tonny, Mousumi Parvin" userId="f90c479e-3223-48e9-8b54-441dfefb6ff3" providerId="ADAL" clId="{EF4C0913-5F3D-4516-B473-F00362566B47}" dt="2026-03-13T19:16:02.862" v="177"/>
          <ac:spMkLst>
            <pc:docMk/>
            <pc:sldMk cId="3124978180" sldId="289"/>
            <ac:spMk id="4" creationId="{57CE5BB1-E782-13C5-3132-D7849A4B3C30}"/>
          </ac:spMkLst>
        </pc:spChg>
        <pc:spChg chg="mod">
          <ac:chgData name="Tonny, Mousumi Parvin" userId="f90c479e-3223-48e9-8b54-441dfefb6ff3" providerId="ADAL" clId="{EF4C0913-5F3D-4516-B473-F00362566B47}" dt="2026-03-13T19:16:17.698" v="178"/>
          <ac:spMkLst>
            <pc:docMk/>
            <pc:sldMk cId="3124978180" sldId="289"/>
            <ac:spMk id="8" creationId="{FAA9007A-F8F0-79E4-6254-8AA35565FD5F}"/>
          </ac:spMkLst>
        </pc:spChg>
      </pc:sldChg>
      <pc:sldChg chg="modSp add mod">
        <pc:chgData name="Tonny, Mousumi Parvin" userId="f90c479e-3223-48e9-8b54-441dfefb6ff3" providerId="ADAL" clId="{EF4C0913-5F3D-4516-B473-F00362566B47}" dt="2026-03-13T19:19:07.059" v="188" actId="14100"/>
        <pc:sldMkLst>
          <pc:docMk/>
          <pc:sldMk cId="1805199982" sldId="290"/>
        </pc:sldMkLst>
        <pc:spChg chg="mod">
          <ac:chgData name="Tonny, Mousumi Parvin" userId="f90c479e-3223-48e9-8b54-441dfefb6ff3" providerId="ADAL" clId="{EF4C0913-5F3D-4516-B473-F00362566B47}" dt="2026-03-13T19:18:32.325" v="184"/>
          <ac:spMkLst>
            <pc:docMk/>
            <pc:sldMk cId="1805199982" sldId="290"/>
            <ac:spMk id="4" creationId="{FA565BC3-A31F-326C-7B42-8287D011EB83}"/>
          </ac:spMkLst>
        </pc:spChg>
        <pc:spChg chg="mod">
          <ac:chgData name="Tonny, Mousumi Parvin" userId="f90c479e-3223-48e9-8b54-441dfefb6ff3" providerId="ADAL" clId="{EF4C0913-5F3D-4516-B473-F00362566B47}" dt="2026-03-13T19:19:07.059" v="188" actId="14100"/>
          <ac:spMkLst>
            <pc:docMk/>
            <pc:sldMk cId="1805199982" sldId="290"/>
            <ac:spMk id="8" creationId="{A581F2CD-F2AF-D507-B3F5-4A5F1E1709B2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0:05.126" v="192"/>
        <pc:sldMkLst>
          <pc:docMk/>
          <pc:sldMk cId="3181977502" sldId="291"/>
        </pc:sldMkLst>
        <pc:spChg chg="mod">
          <ac:chgData name="Tonny, Mousumi Parvin" userId="f90c479e-3223-48e9-8b54-441dfefb6ff3" providerId="ADAL" clId="{EF4C0913-5F3D-4516-B473-F00362566B47}" dt="2026-03-13T19:19:48.484" v="191"/>
          <ac:spMkLst>
            <pc:docMk/>
            <pc:sldMk cId="3181977502" sldId="291"/>
            <ac:spMk id="4" creationId="{98A38214-6E9E-DF16-1057-5693439C73A8}"/>
          </ac:spMkLst>
        </pc:spChg>
        <pc:spChg chg="mod">
          <ac:chgData name="Tonny, Mousumi Parvin" userId="f90c479e-3223-48e9-8b54-441dfefb6ff3" providerId="ADAL" clId="{EF4C0913-5F3D-4516-B473-F00362566B47}" dt="2026-03-13T19:20:05.126" v="192"/>
          <ac:spMkLst>
            <pc:docMk/>
            <pc:sldMk cId="3181977502" sldId="291"/>
            <ac:spMk id="8" creationId="{4F394271-ECD8-EECB-6EDC-D63441D48651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1:01.789" v="197"/>
        <pc:sldMkLst>
          <pc:docMk/>
          <pc:sldMk cId="586936892" sldId="292"/>
        </pc:sldMkLst>
        <pc:spChg chg="mod">
          <ac:chgData name="Tonny, Mousumi Parvin" userId="f90c479e-3223-48e9-8b54-441dfefb6ff3" providerId="ADAL" clId="{EF4C0913-5F3D-4516-B473-F00362566B47}" dt="2026-03-13T19:20:46.557" v="196"/>
          <ac:spMkLst>
            <pc:docMk/>
            <pc:sldMk cId="586936892" sldId="292"/>
            <ac:spMk id="4" creationId="{9D56397C-52D8-A553-E40A-B87999C65698}"/>
          </ac:spMkLst>
        </pc:spChg>
        <pc:spChg chg="mod">
          <ac:chgData name="Tonny, Mousumi Parvin" userId="f90c479e-3223-48e9-8b54-441dfefb6ff3" providerId="ADAL" clId="{EF4C0913-5F3D-4516-B473-F00362566B47}" dt="2026-03-13T19:21:01.789" v="197"/>
          <ac:spMkLst>
            <pc:docMk/>
            <pc:sldMk cId="586936892" sldId="292"/>
            <ac:spMk id="8" creationId="{AA8ACAF3-C5D7-7EB9-B7F1-CBDC5B0584A9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1:41.912" v="200"/>
        <pc:sldMkLst>
          <pc:docMk/>
          <pc:sldMk cId="3330518517" sldId="293"/>
        </pc:sldMkLst>
        <pc:spChg chg="mod">
          <ac:chgData name="Tonny, Mousumi Parvin" userId="f90c479e-3223-48e9-8b54-441dfefb6ff3" providerId="ADAL" clId="{EF4C0913-5F3D-4516-B473-F00362566B47}" dt="2026-03-13T19:21:26.835" v="199"/>
          <ac:spMkLst>
            <pc:docMk/>
            <pc:sldMk cId="3330518517" sldId="293"/>
            <ac:spMk id="4" creationId="{0EB5D79C-CBB7-DDA5-3653-1304576FE842}"/>
          </ac:spMkLst>
        </pc:spChg>
        <pc:spChg chg="mod">
          <ac:chgData name="Tonny, Mousumi Parvin" userId="f90c479e-3223-48e9-8b54-441dfefb6ff3" providerId="ADAL" clId="{EF4C0913-5F3D-4516-B473-F00362566B47}" dt="2026-03-13T19:21:41.912" v="200"/>
          <ac:spMkLst>
            <pc:docMk/>
            <pc:sldMk cId="3330518517" sldId="293"/>
            <ac:spMk id="8" creationId="{F26C2B6C-8D1F-5867-47FE-A5BD0E1AE4D6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2:29.307" v="203"/>
        <pc:sldMkLst>
          <pc:docMk/>
          <pc:sldMk cId="2603221783" sldId="294"/>
        </pc:sldMkLst>
        <pc:spChg chg="mod">
          <ac:chgData name="Tonny, Mousumi Parvin" userId="f90c479e-3223-48e9-8b54-441dfefb6ff3" providerId="ADAL" clId="{EF4C0913-5F3D-4516-B473-F00362566B47}" dt="2026-03-13T19:22:12.822" v="202"/>
          <ac:spMkLst>
            <pc:docMk/>
            <pc:sldMk cId="2603221783" sldId="294"/>
            <ac:spMk id="4" creationId="{20695ED9-8606-A398-2435-339795E3215D}"/>
          </ac:spMkLst>
        </pc:spChg>
        <pc:spChg chg="mod">
          <ac:chgData name="Tonny, Mousumi Parvin" userId="f90c479e-3223-48e9-8b54-441dfefb6ff3" providerId="ADAL" clId="{EF4C0913-5F3D-4516-B473-F00362566B47}" dt="2026-03-13T19:22:29.307" v="203"/>
          <ac:spMkLst>
            <pc:docMk/>
            <pc:sldMk cId="2603221783" sldId="294"/>
            <ac:spMk id="8" creationId="{BC875041-4D8E-A7EE-FF13-12E40EEF7284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3:08.669" v="206"/>
        <pc:sldMkLst>
          <pc:docMk/>
          <pc:sldMk cId="581469166" sldId="295"/>
        </pc:sldMkLst>
        <pc:spChg chg="mod">
          <ac:chgData name="Tonny, Mousumi Parvin" userId="f90c479e-3223-48e9-8b54-441dfefb6ff3" providerId="ADAL" clId="{EF4C0913-5F3D-4516-B473-F00362566B47}" dt="2026-03-13T19:22:54.197" v="205"/>
          <ac:spMkLst>
            <pc:docMk/>
            <pc:sldMk cId="581469166" sldId="295"/>
            <ac:spMk id="4" creationId="{9268CD01-29EC-EDFE-03AB-634E3BD11A3B}"/>
          </ac:spMkLst>
        </pc:spChg>
        <pc:spChg chg="mod">
          <ac:chgData name="Tonny, Mousumi Parvin" userId="f90c479e-3223-48e9-8b54-441dfefb6ff3" providerId="ADAL" clId="{EF4C0913-5F3D-4516-B473-F00362566B47}" dt="2026-03-13T19:23:08.669" v="206"/>
          <ac:spMkLst>
            <pc:docMk/>
            <pc:sldMk cId="581469166" sldId="295"/>
            <ac:spMk id="8" creationId="{CA4F912C-12B7-C3D8-89FF-48F969C032AB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3:52.148" v="209"/>
        <pc:sldMkLst>
          <pc:docMk/>
          <pc:sldMk cId="1458789698" sldId="296"/>
        </pc:sldMkLst>
        <pc:spChg chg="mod">
          <ac:chgData name="Tonny, Mousumi Parvin" userId="f90c479e-3223-48e9-8b54-441dfefb6ff3" providerId="ADAL" clId="{EF4C0913-5F3D-4516-B473-F00362566B47}" dt="2026-03-13T19:23:38.414" v="208"/>
          <ac:spMkLst>
            <pc:docMk/>
            <pc:sldMk cId="1458789698" sldId="296"/>
            <ac:spMk id="4" creationId="{92AAC34E-E685-8203-25E2-1BDC332A29D6}"/>
          </ac:spMkLst>
        </pc:spChg>
        <pc:spChg chg="mod">
          <ac:chgData name="Tonny, Mousumi Parvin" userId="f90c479e-3223-48e9-8b54-441dfefb6ff3" providerId="ADAL" clId="{EF4C0913-5F3D-4516-B473-F00362566B47}" dt="2026-03-13T19:23:52.148" v="209"/>
          <ac:spMkLst>
            <pc:docMk/>
            <pc:sldMk cId="1458789698" sldId="296"/>
            <ac:spMk id="8" creationId="{E2267B7D-AE09-DBA9-B164-6F03E9C5DA97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4:32.679" v="212"/>
        <pc:sldMkLst>
          <pc:docMk/>
          <pc:sldMk cId="3860223989" sldId="297"/>
        </pc:sldMkLst>
        <pc:spChg chg="mod">
          <ac:chgData name="Tonny, Mousumi Parvin" userId="f90c479e-3223-48e9-8b54-441dfefb6ff3" providerId="ADAL" clId="{EF4C0913-5F3D-4516-B473-F00362566B47}" dt="2026-03-13T19:24:14.834" v="211"/>
          <ac:spMkLst>
            <pc:docMk/>
            <pc:sldMk cId="3860223989" sldId="297"/>
            <ac:spMk id="4" creationId="{976EF61B-B93D-AFC3-14F9-200227500A54}"/>
          </ac:spMkLst>
        </pc:spChg>
        <pc:spChg chg="mod">
          <ac:chgData name="Tonny, Mousumi Parvin" userId="f90c479e-3223-48e9-8b54-441dfefb6ff3" providerId="ADAL" clId="{EF4C0913-5F3D-4516-B473-F00362566B47}" dt="2026-03-13T19:24:32.679" v="212"/>
          <ac:spMkLst>
            <pc:docMk/>
            <pc:sldMk cId="3860223989" sldId="297"/>
            <ac:spMk id="8" creationId="{FCE46944-0DF1-2A67-678A-B3EC6E5893D9}"/>
          </ac:spMkLst>
        </pc:spChg>
      </pc:sldChg>
      <pc:sldChg chg="modSp add">
        <pc:chgData name="Tonny, Mousumi Parvin" userId="f90c479e-3223-48e9-8b54-441dfefb6ff3" providerId="ADAL" clId="{EF4C0913-5F3D-4516-B473-F00362566B47}" dt="2026-03-13T19:25:13.241" v="215"/>
        <pc:sldMkLst>
          <pc:docMk/>
          <pc:sldMk cId="3108245734" sldId="298"/>
        </pc:sldMkLst>
        <pc:spChg chg="mod">
          <ac:chgData name="Tonny, Mousumi Parvin" userId="f90c479e-3223-48e9-8b54-441dfefb6ff3" providerId="ADAL" clId="{EF4C0913-5F3D-4516-B473-F00362566B47}" dt="2026-03-13T19:24:56.605" v="214"/>
          <ac:spMkLst>
            <pc:docMk/>
            <pc:sldMk cId="3108245734" sldId="298"/>
            <ac:spMk id="4" creationId="{CB2CB61C-D62E-D9C1-0B68-AA7E7C364C0A}"/>
          </ac:spMkLst>
        </pc:spChg>
        <pc:spChg chg="mod">
          <ac:chgData name="Tonny, Mousumi Parvin" userId="f90c479e-3223-48e9-8b54-441dfefb6ff3" providerId="ADAL" clId="{EF4C0913-5F3D-4516-B473-F00362566B47}" dt="2026-03-13T19:25:13.241" v="215"/>
          <ac:spMkLst>
            <pc:docMk/>
            <pc:sldMk cId="3108245734" sldId="298"/>
            <ac:spMk id="8" creationId="{E01DF00A-2C9B-D008-A980-8322387CCA9C}"/>
          </ac:spMkLst>
        </pc:spChg>
      </pc:sldChg>
      <pc:sldChg chg="addSp delSp modSp new mod modClrScheme chgLayout">
        <pc:chgData name="Tonny, Mousumi Parvin" userId="f90c479e-3223-48e9-8b54-441dfefb6ff3" providerId="ADAL" clId="{EF4C0913-5F3D-4516-B473-F00362566B47}" dt="2026-03-13T19:27:25.279" v="239" actId="14100"/>
        <pc:sldMkLst>
          <pc:docMk/>
          <pc:sldMk cId="2080735899" sldId="299"/>
        </pc:sldMkLst>
        <pc:spChg chg="mod">
          <ac:chgData name="Tonny, Mousumi Parvin" userId="f90c479e-3223-48e9-8b54-441dfefb6ff3" providerId="ADAL" clId="{EF4C0913-5F3D-4516-B473-F00362566B47}" dt="2026-03-13T19:26:56.170" v="229" actId="26606"/>
          <ac:spMkLst>
            <pc:docMk/>
            <pc:sldMk cId="2080735899" sldId="299"/>
            <ac:spMk id="2" creationId="{2A370DD7-0F80-276A-6502-EEC248944872}"/>
          </ac:spMkLst>
        </pc:spChg>
        <pc:spChg chg="mod">
          <ac:chgData name="Tonny, Mousumi Parvin" userId="f90c479e-3223-48e9-8b54-441dfefb6ff3" providerId="ADAL" clId="{EF4C0913-5F3D-4516-B473-F00362566B47}" dt="2026-03-13T19:26:56.170" v="229" actId="26606"/>
          <ac:spMkLst>
            <pc:docMk/>
            <pc:sldMk cId="2080735899" sldId="299"/>
            <ac:spMk id="3" creationId="{BA86F1CE-4F58-18F2-3C95-01A4BC4D1B56}"/>
          </ac:spMkLst>
        </pc:spChg>
        <pc:spChg chg="del">
          <ac:chgData name="Tonny, Mousumi Parvin" userId="f90c479e-3223-48e9-8b54-441dfefb6ff3" providerId="ADAL" clId="{EF4C0913-5F3D-4516-B473-F00362566B47}" dt="2026-03-13T19:26:15.160" v="223" actId="478"/>
          <ac:spMkLst>
            <pc:docMk/>
            <pc:sldMk cId="2080735899" sldId="299"/>
            <ac:spMk id="4" creationId="{8B502AC7-10C7-4D68-5D0B-C6728C607329}"/>
          </ac:spMkLst>
        </pc:spChg>
        <pc:spChg chg="del">
          <ac:chgData name="Tonny, Mousumi Parvin" userId="f90c479e-3223-48e9-8b54-441dfefb6ff3" providerId="ADAL" clId="{EF4C0913-5F3D-4516-B473-F00362566B47}" dt="2026-03-13T19:25:32.838" v="217" actId="478"/>
          <ac:spMkLst>
            <pc:docMk/>
            <pc:sldMk cId="2080735899" sldId="299"/>
            <ac:spMk id="5" creationId="{D574B59B-2263-6A88-D9C6-7FCBF106920A}"/>
          </ac:spMkLst>
        </pc:spChg>
        <pc:spChg chg="del">
          <ac:chgData name="Tonny, Mousumi Parvin" userId="f90c479e-3223-48e9-8b54-441dfefb6ff3" providerId="ADAL" clId="{EF4C0913-5F3D-4516-B473-F00362566B47}" dt="2026-03-13T19:26:29.207" v="224" actId="931"/>
          <ac:spMkLst>
            <pc:docMk/>
            <pc:sldMk cId="2080735899" sldId="299"/>
            <ac:spMk id="6" creationId="{D1DE26AB-0FF1-8106-3673-03A37EDD64BF}"/>
          </ac:spMkLst>
        </pc:spChg>
        <pc:spChg chg="del">
          <ac:chgData name="Tonny, Mousumi Parvin" userId="f90c479e-3223-48e9-8b54-441dfefb6ff3" providerId="ADAL" clId="{EF4C0913-5F3D-4516-B473-F00362566B47}" dt="2026-03-13T19:25:35.759" v="218" actId="478"/>
          <ac:spMkLst>
            <pc:docMk/>
            <pc:sldMk cId="2080735899" sldId="299"/>
            <ac:spMk id="7" creationId="{700E57F4-67D9-3B01-FF95-37C40F3FE825}"/>
          </ac:spMkLst>
        </pc:spChg>
        <pc:spChg chg="add del mod">
          <ac:chgData name="Tonny, Mousumi Parvin" userId="f90c479e-3223-48e9-8b54-441dfefb6ff3" providerId="ADAL" clId="{EF4C0913-5F3D-4516-B473-F00362566B47}" dt="2026-03-13T19:26:56.170" v="229" actId="26606"/>
          <ac:spMkLst>
            <pc:docMk/>
            <pc:sldMk cId="2080735899" sldId="299"/>
            <ac:spMk id="14" creationId="{0B4D1A91-ED27-C7A8-595F-5ED3047CA342}"/>
          </ac:spMkLst>
        </pc:spChg>
        <pc:spChg chg="add del mod">
          <ac:chgData name="Tonny, Mousumi Parvin" userId="f90c479e-3223-48e9-8b54-441dfefb6ff3" providerId="ADAL" clId="{EF4C0913-5F3D-4516-B473-F00362566B47}" dt="2026-03-13T19:26:56.170" v="229" actId="26606"/>
          <ac:spMkLst>
            <pc:docMk/>
            <pc:sldMk cId="2080735899" sldId="299"/>
            <ac:spMk id="16" creationId="{10D3C188-C52F-F427-8F20-03B8E3BEB23D}"/>
          </ac:spMkLst>
        </pc:spChg>
        <pc:spChg chg="add del mod">
          <ac:chgData name="Tonny, Mousumi Parvin" userId="f90c479e-3223-48e9-8b54-441dfefb6ff3" providerId="ADAL" clId="{EF4C0913-5F3D-4516-B473-F00362566B47}" dt="2026-03-13T19:26:56.170" v="229" actId="26606"/>
          <ac:spMkLst>
            <pc:docMk/>
            <pc:sldMk cId="2080735899" sldId="299"/>
            <ac:spMk id="18" creationId="{23514F60-3CA4-B15C-17C4-789041E1A7CA}"/>
          </ac:spMkLst>
        </pc:spChg>
        <pc:picChg chg="add mod ord">
          <ac:chgData name="Tonny, Mousumi Parvin" userId="f90c479e-3223-48e9-8b54-441dfefb6ff3" providerId="ADAL" clId="{EF4C0913-5F3D-4516-B473-F00362566B47}" dt="2026-03-13T19:27:25.279" v="239" actId="14100"/>
          <ac:picMkLst>
            <pc:docMk/>
            <pc:sldMk cId="2080735899" sldId="299"/>
            <ac:picMk id="9" creationId="{F6DC3950-730A-7230-7DA9-15AC7CAF0CB1}"/>
          </ac:picMkLst>
        </pc:picChg>
      </pc:sldChg>
      <pc:sldChg chg="new del">
        <pc:chgData name="Tonny, Mousumi Parvin" userId="f90c479e-3223-48e9-8b54-441dfefb6ff3" providerId="ADAL" clId="{EF4C0913-5F3D-4516-B473-F00362566B47}" dt="2026-03-13T19:29:00.896" v="242" actId="2696"/>
        <pc:sldMkLst>
          <pc:docMk/>
          <pc:sldMk cId="4132144" sldId="300"/>
        </pc:sldMkLst>
      </pc:sldChg>
      <pc:sldChg chg="addSp modSp new mod">
        <pc:chgData name="Tonny, Mousumi Parvin" userId="f90c479e-3223-48e9-8b54-441dfefb6ff3" providerId="ADAL" clId="{EF4C0913-5F3D-4516-B473-F00362566B47}" dt="2026-03-13T19:33:34.984" v="280" actId="14100"/>
        <pc:sldMkLst>
          <pc:docMk/>
          <pc:sldMk cId="2423013298" sldId="300"/>
        </pc:sldMkLst>
        <pc:spChg chg="add mod">
          <ac:chgData name="Tonny, Mousumi Parvin" userId="f90c479e-3223-48e9-8b54-441dfefb6ff3" providerId="ADAL" clId="{EF4C0913-5F3D-4516-B473-F00362566B47}" dt="2026-03-13T19:31:18.078" v="265" actId="1076"/>
          <ac:spMkLst>
            <pc:docMk/>
            <pc:sldMk cId="2423013298" sldId="300"/>
            <ac:spMk id="3" creationId="{CAD175C9-A125-0E83-93E0-454AF7AC1748}"/>
          </ac:spMkLst>
        </pc:spChg>
        <pc:spChg chg="add mod">
          <ac:chgData name="Tonny, Mousumi Parvin" userId="f90c479e-3223-48e9-8b54-441dfefb6ff3" providerId="ADAL" clId="{EF4C0913-5F3D-4516-B473-F00362566B47}" dt="2026-03-13T19:33:34.984" v="280" actId="14100"/>
          <ac:spMkLst>
            <pc:docMk/>
            <pc:sldMk cId="2423013298" sldId="300"/>
            <ac:spMk id="4" creationId="{CAC5640D-9A9D-8B68-50DB-96C04634B37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2507" y="2807208"/>
            <a:ext cx="9189493" cy="1243584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FIUS-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MoveSense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Ultrasonic Movement Detection Using Smart Ultrasonic Sensors (FIUS) and Machine Learning 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A5FAF-0D0D-523B-94C1-C5AB540C5020}"/>
              </a:ext>
            </a:extLst>
          </p:cNvPr>
          <p:cNvSpPr txBox="1"/>
          <p:nvPr/>
        </p:nvSpPr>
        <p:spPr>
          <a:xfrm>
            <a:off x="7301552" y="4476466"/>
            <a:ext cx="6346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Project Presentation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Frankfurt University of Applied Sciences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8" y="1547314"/>
            <a:ext cx="3958260" cy="1108881"/>
          </a:xfrm>
        </p:spPr>
        <p:txBody>
          <a:bodyPr>
            <a:normAutofit fontScale="90000"/>
          </a:bodyPr>
          <a:lstStyle/>
          <a:p>
            <a:r>
              <a:rPr lang="en-US" sz="33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Md Maruf Hossain 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ID:1390272 </a:t>
            </a: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maruf.hossain@stud.fra-uas.de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15D1D-341B-9E75-230D-48B67160ABAD}"/>
              </a:ext>
            </a:extLst>
          </p:cNvPr>
          <p:cNvSpPr txBox="1"/>
          <p:nvPr/>
        </p:nvSpPr>
        <p:spPr>
          <a:xfrm>
            <a:off x="3630304" y="1825198"/>
            <a:ext cx="3439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Md Jamal Uddin 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1387201 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md.uddin2@stud.fra-uas.de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4E917A-99A7-11F0-4C13-D0E613C4DB06}"/>
              </a:ext>
            </a:extLst>
          </p:cNvPr>
          <p:cNvSpPr txBox="1"/>
          <p:nvPr/>
        </p:nvSpPr>
        <p:spPr>
          <a:xfrm>
            <a:off x="7069540" y="1838846"/>
            <a:ext cx="3302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Mousumi Parvin Tonny 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ID:1393224 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mousumi.tonny@stud.fra-uas.de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D9CC7C-EE53-4651-0005-42FA4F30F847}"/>
              </a:ext>
            </a:extLst>
          </p:cNvPr>
          <p:cNvSpPr txBox="1"/>
          <p:nvPr/>
        </p:nvSpPr>
        <p:spPr>
          <a:xfrm>
            <a:off x="0" y="3149979"/>
            <a:ext cx="3070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Md.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Shamsir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Doha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1344011 mohammad.doha@stud.fra uas.de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A38F27-CF6A-17BC-67E9-507344B1C91A}"/>
              </a:ext>
            </a:extLst>
          </p:cNvPr>
          <p:cNvSpPr txBox="1"/>
          <p:nvPr/>
        </p:nvSpPr>
        <p:spPr>
          <a:xfrm>
            <a:off x="13238" y="4474760"/>
            <a:ext cx="59731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09D3DB-F351-1D44-5E36-A7BFE0FA64E5}"/>
              </a:ext>
            </a:extLst>
          </p:cNvPr>
          <p:cNvSpPr txBox="1"/>
          <p:nvPr/>
        </p:nvSpPr>
        <p:spPr>
          <a:xfrm>
            <a:off x="13238" y="5028758"/>
            <a:ext cx="48449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Dr. Andreas Pech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Course Module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-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25/26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96" y="883693"/>
            <a:ext cx="7781544" cy="859055"/>
          </a:xfrm>
        </p:spPr>
        <p:txBody>
          <a:bodyPr>
            <a:normAutofit/>
          </a:bodyPr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796" y="2243691"/>
            <a:ext cx="8230009" cy="36576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FIUS‑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MoveSense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ultrasonic‑based movement detection system using machine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echo signals are captured using a FIUS sensor connected to a Red Pitaya 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scan contains ~50,000 signal samples processed with signal filtering and feature extraction.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 engineered features are used to train machine learning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performance with ~90.5% accuracy.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294570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2195838"/>
            <a:ext cx="6718300" cy="4093243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detection is important for robotics, smart homes, and industrial automation.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Camera‑based systems depend on lighting conditions and raise privacy concerns.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sensing detects objects using reflected sound waves.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investigates movement detection using ultrasonic signals and machine learning.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198017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168167"/>
            <a:ext cx="8191026" cy="3684588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detection is essential for robotics, automation, and smart sensing systems.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Camera‑based systems depend on lighting and privacy constraints.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sensing provides robust detection independent of light conditions.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Detect movement using ultrasonic signals and machine learning.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450-BE13-EE98-EFA2-8C6015D7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216855-0374-BA7F-994F-E78CDC4E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198017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B21F12-E1F0-D726-DC73-498FBE20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C46AF3-D0EF-A487-ED36-152DD1ED907A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168167"/>
            <a:ext cx="8191026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ultrasonic sensing system for movement detection.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full signal processing and machine learning pipeline.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discriminative features from ultrasonic echo signals.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multiple ML classifiers.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movement direction (approaching or moving away).</a:t>
            </a:r>
          </a:p>
        </p:txBody>
      </p:sp>
    </p:spTree>
    <p:extLst>
      <p:ext uri="{BB962C8B-B14F-4D97-AF65-F5344CB8AC3E}">
        <p14:creationId xmlns:p14="http://schemas.microsoft.com/office/powerpoint/2010/main" val="351686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22AE-9554-73B4-097D-B6A6EB96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85D41A-97C1-C711-207A-E186B9C5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D68DE2-E5CA-3C0D-2020-F1784887B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021602-89D3-9A26-C004-BECF1970B43A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4342357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Pitaya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STEMlab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High‑speed ADC acquisition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MHz sampling rate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for ultrasonic sensing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39C5B-FAB3-CE9B-385B-EB1AB1473684}"/>
              </a:ext>
            </a:extLst>
          </p:cNvPr>
          <p:cNvSpPr txBox="1"/>
          <p:nvPr/>
        </p:nvSpPr>
        <p:spPr>
          <a:xfrm>
            <a:off x="5237138" y="2630487"/>
            <a:ext cx="47630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FIUS Ultrasonic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kHz ultrasonic pulse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reflection measurement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and movement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10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6058-E709-FB43-2CEA-CC5C4F9A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1E8D04-D103-FCDE-D0F0-B10B4524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C4C64-13BE-E9CD-2D11-EC4C1908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FFAFDE-AA88-B485-198E-C1E4F846DF07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6853546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scans collected: 25,490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 recording files collected from experiments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moving: 15,000 scans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Moving: 10,490 scans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stored as high‑resolution time series (~50,000 samples)</a:t>
            </a:r>
          </a:p>
        </p:txBody>
      </p:sp>
    </p:spTree>
    <p:extLst>
      <p:ext uri="{BB962C8B-B14F-4D97-AF65-F5344CB8AC3E}">
        <p14:creationId xmlns:p14="http://schemas.microsoft.com/office/powerpoint/2010/main" val="25753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51CE-412E-5D94-FC70-D6375953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C738FA-2920-C664-A546-C6B0D230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Pipeline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8A212E-779A-3355-6BEA-716BE9E0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720476-6944-670E-107E-292E9CA2F49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8027253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Bessel Low‑Pass Filter removes noise while preserving waveform shape.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Hilbert Transform computes signal envelope.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Peak Detection identifies object reflection.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converts signal to frequency domain for spectral analysis.</a:t>
            </a:r>
          </a:p>
        </p:txBody>
      </p:sp>
    </p:spTree>
    <p:extLst>
      <p:ext uri="{BB962C8B-B14F-4D97-AF65-F5344CB8AC3E}">
        <p14:creationId xmlns:p14="http://schemas.microsoft.com/office/powerpoint/2010/main" val="116578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CD3D-D419-E63F-F243-3726F101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565BC3-A31F-326C-7B42-8287D011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(38 Features)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1A967B-51F2-E4EF-D2C5-71ACD55D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81F2CD-F2AF-D507-B3F5-4A5F1E1709B2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Time‑domain features: mean, RMS, skewness, kurtosis, energy.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Zone‑based features: signal divided into distance regions.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features: spectral entropy, centroid, flatness.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features: scan‑to‑scan comparison (key innovation).</a:t>
            </a:r>
          </a:p>
        </p:txBody>
      </p:sp>
    </p:spTree>
    <p:extLst>
      <p:ext uri="{BB962C8B-B14F-4D97-AF65-F5344CB8AC3E}">
        <p14:creationId xmlns:p14="http://schemas.microsoft.com/office/powerpoint/2010/main" val="180519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B716-D192-B224-0010-2A10D1F5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A38214-6E9E-DF16-1057-5693439C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Evaluated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83ED16-AA4A-F0FE-3E5F-057A53E1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394271-ECD8-EECB-6EDC-D63441D4865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K‑Nearest Neighbors (KNN)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performed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197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206A-8147-3554-204B-9427452F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56397C-52D8-A553-E40A-B87999C6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B76603-D319-57E8-E46C-039EF2DD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8ACAF3-C5D7-7EB9-B7F1-CBDC5B0584A9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performance.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90.53%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85.56%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92.63%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F1‑Score: 88.96%</a:t>
            </a:r>
          </a:p>
        </p:txBody>
      </p:sp>
    </p:spTree>
    <p:extLst>
      <p:ext uri="{BB962C8B-B14F-4D97-AF65-F5344CB8AC3E}">
        <p14:creationId xmlns:p14="http://schemas.microsoft.com/office/powerpoint/2010/main" val="58693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50AA-3AEF-42A3-C2B2-E0C50DF0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5D79C-CBB7-DDA5-3653-1304576F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Optimization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097BA5-F02B-84EE-A794-E4C9C6EA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6C2B6C-8D1F-5867-47FE-A5BD0E1AE4D6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decision threshold (0.50) produced false positives.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threshold increased to 0.65.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predictions improved to 9/10 real‑world tests.</a:t>
            </a:r>
          </a:p>
        </p:txBody>
      </p:sp>
    </p:spTree>
    <p:extLst>
      <p:ext uri="{BB962C8B-B14F-4D97-AF65-F5344CB8AC3E}">
        <p14:creationId xmlns:p14="http://schemas.microsoft.com/office/powerpoint/2010/main" val="333051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55CC-9C33-E211-7729-89A04C27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695ED9-8606-A398-2435-339795E32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Direction Detection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486872-1CC0-F0F4-14D3-8EAA6614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875041-4D8E-A7EE-FF13-12E40EEF7284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position of echo analyzed across scans.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peak → object approaching sensor.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peak → object moving away.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contextual motion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60322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A131-B4DD-19C1-4809-D3074AA5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68CD01-29EC-EDFE-03AB-634E3BD11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352D5F-59FA-38AF-0035-50BE7297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F912C-12B7-C3D8-89FF-48F969C032AB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real‑world test scenarios evaluated.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Stationary, approaching, departing and lateral motion tested.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correctly detected movement in 9 out of 10 scenarios.</a:t>
            </a:r>
          </a:p>
        </p:txBody>
      </p:sp>
    </p:spTree>
    <p:extLst>
      <p:ext uri="{BB962C8B-B14F-4D97-AF65-F5344CB8AC3E}">
        <p14:creationId xmlns:p14="http://schemas.microsoft.com/office/powerpoint/2010/main" val="58146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FE7E-5203-E9EB-BE95-CB5FDE19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AAC34E-E685-8203-25E2-1BDC332A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Limitations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DB7D56-4F14-BC1B-350A-FB1813EE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267B7D-AE09-DBA9-B164-6F03E9C5DA97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Multi‑person detection remains challenging.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collected in controlled environment.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currently performed in batch mode.</a:t>
            </a:r>
          </a:p>
        </p:txBody>
      </p:sp>
    </p:spTree>
    <p:extLst>
      <p:ext uri="{BB962C8B-B14F-4D97-AF65-F5344CB8AC3E}">
        <p14:creationId xmlns:p14="http://schemas.microsoft.com/office/powerpoint/2010/main" val="145878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54BC-BB03-FFC0-273B-A0152C9A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6EF61B-B93D-AFC3-14F9-20022750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95DAFA-4325-EA9E-CA2F-CC2EAC2C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E46944-0DF1-2A67-678A-B3EC6E5893D9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Real‑time streaming movement detection.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Multi‑target tracking capability.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distance estimation from echo peaks.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dataset collection.</a:t>
            </a:r>
          </a:p>
        </p:txBody>
      </p:sp>
    </p:spTree>
    <p:extLst>
      <p:ext uri="{BB962C8B-B14F-4D97-AF65-F5344CB8AC3E}">
        <p14:creationId xmlns:p14="http://schemas.microsoft.com/office/powerpoint/2010/main" val="386022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8BDE7-2AFC-EDB6-C5EE-5C125718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2CB61C-D62E-D9C1-0B68-AA7E7C364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525563"/>
            <a:ext cx="11214100" cy="507831"/>
          </a:xfrm>
        </p:spPr>
        <p:txBody>
          <a:bodyPr/>
          <a:lstStyle/>
          <a:p>
            <a:r>
              <a:rPr lang="en-US" sz="3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6F842-CE3D-ED25-5F6F-7FA9A920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1DF00A-2C9B-D008-A980-8322387CCA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88950" y="2630487"/>
            <a:ext cx="7058262" cy="36845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FIUS‑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MoveSense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reliable ultrasonic movement detection.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significantly improves robustness.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achieved highest accuracy (~90%).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can also estimate motion direction.</a:t>
            </a:r>
          </a:p>
        </p:txBody>
      </p:sp>
    </p:spTree>
    <p:extLst>
      <p:ext uri="{BB962C8B-B14F-4D97-AF65-F5344CB8AC3E}">
        <p14:creationId xmlns:p14="http://schemas.microsoft.com/office/powerpoint/2010/main" val="310824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0DD7-0F80-276A-6502-EEC248944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u="sng"/>
              <a:t>System Functional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86F1CE-4F58-18F2-3C95-01A4BC4D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19</a:t>
            </a:fld>
            <a:endParaRPr lang="en-US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6DC3950-730A-7230-7DA9-15AC7CAF0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195979"/>
            <a:ext cx="10718800" cy="54842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80735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77CE73-4324-B8C8-38B5-8654BA69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175C9-A125-0E83-93E0-454AF7AC1748}"/>
              </a:ext>
            </a:extLst>
          </p:cNvPr>
          <p:cNvSpPr txBox="1"/>
          <p:nvPr/>
        </p:nvSpPr>
        <p:spPr>
          <a:xfrm>
            <a:off x="594626" y="573206"/>
            <a:ext cx="5386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5640D-9A9D-8B68-50DB-96C04634B37F}"/>
              </a:ext>
            </a:extLst>
          </p:cNvPr>
          <p:cNvSpPr txBox="1"/>
          <p:nvPr/>
        </p:nvSpPr>
        <p:spPr>
          <a:xfrm>
            <a:off x="96482" y="1173102"/>
            <a:ext cx="120955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J. D. Wilson, Sensor Technology Handbook,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Newnes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2005.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H. A.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Aghajan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A. Cavallaro, Multi-Camera Networks: Principles and Applications, Academic      Press, 2009.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https://marceluda.github.io/rp_lock-in_pid/TheApp/RedPitaya_board/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https://en.wikipedia.org/wiki/Bessel_filter.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Evgeniou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T., Pontil, M. (2001). Support Vector Machines: Theory and Applications. In: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Paliouras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Karkaletsis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V., Spyropoulos, C.D.(eds) Machine Learning and Its Applications. ACAI 1999. Lecture Notes in Computer Science(), vol 2049. Springer, Berlin, Heidelberg.  https://doi.org/10.1007/3-540-44673-7_12. 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James, G., Witten, D., Hastie, T., &amp;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 (2013). An Introduction to Statistical Learning. Springer. 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Provost, F., &amp; Fawcett, T. (2013). Data Science for Business. O'Reilly Media.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K. Nakamura, Ultrasonic Transducers: Materials and Design,  Woodhead Publishing, 2012.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A. V. Oppenheim and R. Schafer, Discrete-Time Signal Processing,  Pearson, 2010.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Guyon and A.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Elisseeff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"An Introduction to Variable and Feature  Selection," Journal of Machine Learning Research, 2003.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L.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"Random Forests," Machine Learning, vol. 45, no. 1, pp.  5–32, 2001.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T. Fawcett, "An Introduction to ROC Analysis," Pattern Recognition  Letters, 2006.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[13] S. Russell and P. Norvig, Artificial Intelligence: A Modern Approach,  Pearson, 2021.</a:t>
            </a:r>
          </a:p>
        </p:txBody>
      </p:sp>
    </p:spTree>
    <p:extLst>
      <p:ext uri="{BB962C8B-B14F-4D97-AF65-F5344CB8AC3E}">
        <p14:creationId xmlns:p14="http://schemas.microsoft.com/office/powerpoint/2010/main" val="2423013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59</TotalTime>
  <Words>1081</Words>
  <Application>Microsoft Office PowerPoint</Application>
  <PresentationFormat>Widescreen</PresentationFormat>
  <Paragraphs>137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Times New Roman</vt:lpstr>
      <vt:lpstr>Trade Gothic LT Pro</vt:lpstr>
      <vt:lpstr>Trebuchet MS</vt:lpstr>
      <vt:lpstr>Office Theme</vt:lpstr>
      <vt:lpstr>FIUS-MoveSense: Ultrasonic Movement Detection Using Smart Ultrasonic Sensors (FIUS) and Machine Learning  Here</vt:lpstr>
      <vt:lpstr>Presented By  Name: Md Maruf Hossain  ID:1390272  maruf.hossain@stud.fra-uas.de</vt:lpstr>
      <vt:lpstr>Abstract</vt:lpstr>
      <vt:lpstr>Introduction</vt:lpstr>
      <vt:lpstr>Problem Statement</vt:lpstr>
      <vt:lpstr>Project Objectives</vt:lpstr>
      <vt:lpstr>Hardware Architecture</vt:lpstr>
      <vt:lpstr>Dataset Overview</vt:lpstr>
      <vt:lpstr>Signal Processing Pipeline</vt:lpstr>
      <vt:lpstr>Feature Engineering (38 Features)</vt:lpstr>
      <vt:lpstr>Machine Learning Models Evaluated</vt:lpstr>
      <vt:lpstr>Model Performance Results</vt:lpstr>
      <vt:lpstr>Threshold Optimization</vt:lpstr>
      <vt:lpstr>Movement Direction Detection</vt:lpstr>
      <vt:lpstr>Experimental Evaluation</vt:lpstr>
      <vt:lpstr>System Limitations</vt:lpstr>
      <vt:lpstr>Future Work</vt:lpstr>
      <vt:lpstr>Conclusion</vt:lpstr>
      <vt:lpstr>System Functional Diagram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Tonny, Mousumi Parvin</dc:creator>
  <cp:lastModifiedBy>Tonny, Mousumi Parvin</cp:lastModifiedBy>
  <cp:revision>1</cp:revision>
  <dcterms:created xsi:type="dcterms:W3CDTF">2026-03-13T18:33:10Z</dcterms:created>
  <dcterms:modified xsi:type="dcterms:W3CDTF">2026-03-13T19:34:06Z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